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FireCal harmonizes MODIS and VIIRS active fires from 2000 to today into one calendar for any country or drawn area. Team FireCal, Samuel Akosa Onyejekwe. Live at samuelakosaonyejekwe.github.io/firecal.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MODIS (1 km, 2000 onward) and VIIRS (375 m, 2012 onward) see the same fires differently; VIIRS records 1.9 to 4.0 times more fire cell-days depending on region and month. Raw series jump at the switch, so trends, anomalies and seasons break across 2012. The harmonized record removes the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Clean: vegetation fires, confidence filters, gas flares masked. Grid: 0.1 degree fire cell-days per sensor. Calibrate: monthly VIIRS/MODIS ratio per area on the 2012+ overlap, shrunk toward the area and worldwide ratios (k_world 2.633 from 208 countries, Lambda 50, lambda 20). Three eras: Terra-only and Terra+Aqua rescaled to VIIRS-equivalent. Validate: leave-one-year-out cross-validation and a Terra-only vs Terra+Aqua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Errors: DR Congo 1.6%, Nigeria 2.1%, India 2.2%, Australia 3.1%, Ghana 3.7%, Brazil 3.9%, Russia 4.8%, United States 5.0%, Togo 5.1%. Low-fire areas such as Cyprus (14.8%) are flagged indicative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Calendar of every month since 2000 with anomalies and seasons; early warning ranks this week against every year since 2001; any area by search, tap, draw or geolocation; installs on Android, iPhone and desktop and works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Data: NASA FIRMS MODIS Collection 6.1 and VIIRS S-NPP 375 m archives for all 208 countries, and the VIIRS NRT feeds from LANCE. Python, DuckDB and Parquet pipeline; FastAPI server and a static site with an in-browser engine giving identical numbers; a self-renewing watcher keeps live fires current; 64 automated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Responders: is this week unusual and which weeks are riskiest. Land managers: season onset and length trends, quiet windows for fuel management. Scientists: a consistent series with transparent calibration. Next: NOAA-20/21 VIIRS, alerts for watched areas, links to burned area and emissions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8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reCal: one consistent burning calendar for anywhere on Earth. Challenge: Harmonization of MODIS and VIIRS Hot Spots. Team FireCal, Samuel Akosa Onyejekw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problem: two sensors, one broken record. Chart of Brazil annual fire cell-days: raw MODIS, raw VIIRS and FireCal harmoniz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method in five steps: clean, grid, calibrate, three eras, valida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alidation: 208 countries; median out-of-sample annual error 1.6 to 5.1 percent in major fire regions; bar chart by countr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08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app: burning activity calendar, early warning card, and a phone showing a tap explana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ASA data and architecture: FIRMS MODIS C6.1, VIIRS S-NPP 375 m, VIIRS NRT; pipeline, two editions, always-live data, test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08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pact: know the fire season, anywhere on Earth, for responders, land managers and scientists; next step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Team FireCal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FireCal - NASA Space Apps Challenge 2026</dc:title>
  <dc:subject>Harmonization of MODIS and VIIRS Hot Spots</dc:subject>
  <dc:creator>Samuel Akosa Onyejekwe</dc:creator>
  <cp:lastModifiedBy>Samuel Akosa Onyejekwe</cp:lastModifiedBy>
  <cp:revision>1</cp:revision>
  <dcterms:created xsi:type="dcterms:W3CDTF">2026-10-02T10:27:57Z</dcterms:created>
  <dcterms:modified xsi:type="dcterms:W3CDTF">2026-10-02T10:27:57Z</dcterms:modified>
</cp:coreProperties>
</file>